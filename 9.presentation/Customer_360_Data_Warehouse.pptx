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61520" cy="1463040"/>
          </a:xfrm>
          <a:prstGeom prst="rect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1874520"/>
            <a:ext cx="128016" cy="1737360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18288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360 Data Warehouse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463040" y="28803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+ SSIS ETL Pipeline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463040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South African Retail Bank Case Study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5806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10-Minute Student Presentation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messy flat file holds everything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47548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FILE (CSV)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51560" y="251460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14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information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51560" y="3172968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172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accounts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51560" y="3831336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8313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1560" y="4489704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489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interactions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51560" y="5148072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1480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35040" y="17830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reporting is difficult: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035040" y="2377440"/>
            <a:ext cx="5577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mixed together in one table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customer appears many times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manual spreadsheet work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single, trusted view of the customer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Profiling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step: understand the source data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checked the source data for: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514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fields found and counted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93592" y="22860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514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16552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22192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customers and rows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55664" y="22860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84264" y="2514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684264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78624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84264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numbers and text checked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17736" y="22860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46336" y="25146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546336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140696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546336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product lists reviewed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1520" y="41148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" y="43434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5448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4937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details validated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593592" y="41148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822192" y="43434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3822192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416552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822192" y="4937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and dates examined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55664" y="411480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684264" y="43434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8" name="Text 36"/>
          <p:cNvSpPr/>
          <p:nvPr/>
        </p:nvSpPr>
        <p:spPr>
          <a:xfrm>
            <a:off x="6684264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278624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interactions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684264" y="4937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activity reviewed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Star Schema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 table at the centre, surrounded by dimensions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760220" y="2066544"/>
            <a:ext cx="4320540" cy="136245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874520" y="3429000"/>
            <a:ext cx="4206240" cy="914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874520" y="3429000"/>
            <a:ext cx="4206240" cy="138074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57900" y="1746504"/>
            <a:ext cx="22860" cy="16824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6080760" y="2066544"/>
            <a:ext cx="4389120" cy="136245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6080760" y="3429000"/>
            <a:ext cx="4389120" cy="914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6080760" y="3429000"/>
            <a:ext cx="4389120" cy="138074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737360"/>
            <a:ext cx="1691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17373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Client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31089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31089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Location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" y="44805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480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Account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212080" y="1417320"/>
            <a:ext cx="1691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212080" y="14173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Date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509760" y="17373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509760" y="17373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Transaction Type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509760" y="31089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509760" y="31089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Interaction Type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509760" y="4480560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09760" y="4480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 Event Type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83480" y="288036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83480" y="2880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Activity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Fact Table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grain: one row = one customer activity or event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83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represents ONE customer activity / event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measures stored on each row: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6118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3611880"/>
            <a:ext cx="2560320" cy="14630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Amount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of the transaction or activity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520440" y="36118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20440" y="3611880"/>
            <a:ext cx="2560320" cy="14630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14" name="Text 12"/>
          <p:cNvSpPr/>
          <p:nvPr/>
        </p:nvSpPr>
        <p:spPr>
          <a:xfrm>
            <a:off x="37033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 Balance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03320" y="4572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at the time of the event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09360" y="36118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3611880"/>
            <a:ext cx="2560320" cy="14630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 Limit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92240" y="4572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Customer's approved credit limit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98280" y="36118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98280" y="3611880"/>
            <a:ext cx="2560320" cy="14630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Loan Amount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281160" y="4572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of the linked loan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SSIS ETL Pipeline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SSIS automates the whole flow — no manual steps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178308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1399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23160" y="2377440"/>
            <a:ext cx="178308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15768" y="2377440"/>
            <a:ext cx="1399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178308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2377440"/>
            <a:ext cx="1399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377440"/>
            <a:ext cx="178308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64808" y="2377440"/>
            <a:ext cx="1399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377440"/>
            <a:ext cx="178308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9328" y="2377440"/>
            <a:ext cx="1399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21240" y="2377440"/>
            <a:ext cx="1783080" cy="914400"/>
          </a:xfrm>
          <a:prstGeom prst="chevron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13848" y="2377440"/>
            <a:ext cx="1399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93192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Extract: read the raw CSV file into staging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Transform: clean, validate and reshape the data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fill the dimension tables, then the fact table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SSIS runs the full pipeline automatically and repeatably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 Checks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data is caught before it reaches the warehouse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190195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01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28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flagged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67919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679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606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customers removed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22960" y="345643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456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3832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products identified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2960" y="423367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233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4160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dates corrected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5010912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010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9377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activities filtered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858000" y="2011680"/>
            <a:ext cx="4572000" cy="329184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223760" y="2331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Golden rule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23760" y="3017520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staging data is always kept unchanged.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 we can always re-run, audit and trace every row back to the source.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 Reporting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the warehouse can now answer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783080"/>
            <a:ext cx="109728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by province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51560" y="24414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our customers live?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55080" y="178308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1783080"/>
            <a:ext cx="109728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920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by product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0" y="24414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products do they hold?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291840"/>
            <a:ext cx="109728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3429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balances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051560" y="39502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balances per segment?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355080" y="329184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3291840"/>
            <a:ext cx="109728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3429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values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675120" y="39502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money moves, and when?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80060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800600"/>
            <a:ext cx="109728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49377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interactions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051560" y="54589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 we contact clients?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355080" y="480060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55080" y="4800600"/>
            <a:ext cx="109728" cy="12801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9377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retention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675120" y="54589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stay or leave?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Value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bank gains from the warehouse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7830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reporting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0" y="17830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in seconds, not days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6974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974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data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0" y="26974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trusted version of the truth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36118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6118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manual work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0" y="36118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spreadsheet juggling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" y="45262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5262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customer analysis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0" y="45262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true 360° customer view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544068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544068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BI-ready data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0" y="5440680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C4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Power BI and Tableau directly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40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103120"/>
            <a:ext cx="210312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210312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File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852928" y="2103120"/>
            <a:ext cx="210312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45536" y="210312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65776" y="2103120"/>
            <a:ext cx="210312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58384" y="210312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278624" y="2103120"/>
            <a:ext cx="2103120" cy="914400"/>
          </a:xfrm>
          <a:prstGeom prst="chevron">
            <a:avLst/>
          </a:prstGeom>
          <a:solidFill>
            <a:srgbClr val="CADC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71232" y="210312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Reporting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491472" y="2103120"/>
            <a:ext cx="2103120" cy="914400"/>
          </a:xfrm>
          <a:prstGeom prst="chevron">
            <a:avLst/>
          </a:prstGeom>
          <a:solidFill>
            <a:srgbClr val="E8B84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0" y="210312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749040"/>
            <a:ext cx="128016" cy="1737360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37947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 delivered a structured, repeatable Customer 360 solution for the bank.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280160" y="47548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data in — trusted, analysis-ready insight out.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360 Data Warehouse</dc:title>
  <dc:subject>PptxGenJS Presentation</dc:subject>
  <dc:creator>Student Project</dc:creator>
  <cp:lastModifiedBy>Student Project</cp:lastModifiedBy>
  <cp:revision>1</cp:revision>
  <dcterms:created xsi:type="dcterms:W3CDTF">2026-10-03T09:39:23Z</dcterms:created>
  <dcterms:modified xsi:type="dcterms:W3CDTF">2026-10-03T09:39:23Z</dcterms:modified>
</cp:coreProperties>
</file>